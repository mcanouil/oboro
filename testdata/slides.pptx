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notesMaster" Target="notesMasters/notesMaster1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Notes for the reviewer: marie.martin@globex.example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Fixture deck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Fixture Author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Acme Consulting SARL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Jean Dupont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Electronic mail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jean.dupont@acme-consulting.example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Telephone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06 12 34 56 78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Address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 bis rue de la Paix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Postcode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75002 Paris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FR14 2004 1010 0505 0001 3M02 606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4242 4242 4242 4242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Registration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12345678200002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CT-874512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Second client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Globex Industries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Contact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Acme Consulting SARL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+33 1 42 68 53 00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Fixture deck</dc:title>
  <dc:creator>Fixture Author</dc:creator>
  <cp:keywords/>
  <dcterms:created xsi:type="dcterms:W3CDTF">2026-07-30T10:33:03Z</dcterms:created>
  <dcterms:modified xsi:type="dcterms:W3CDTF">2026-07-30T10:33:03Z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toc-title">
    <vt:lpwstr>Table of contents</vt:lpwstr>
  </property>
</Properties>
</file>