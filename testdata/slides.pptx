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 for the reviewer: marie.martin@globex.example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Fixture deck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Fixture Author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Acme Consulting SARL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Jean </a:t>
            </a:r>
            <a:r>
              <a:rPr b="1"/>
              <a:t>Dupont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Electronic mail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jean.dupont@acme-consulting.example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Telephone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06 12 34 56 78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bis rue de la Paix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75002 Paris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FR14 2004 1010 0505 0001 3M02 606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4242 4242 4242 4242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12345678200002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CT-874512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client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Globex Industries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Acme Consulting SARL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+33 1 42 68 53 00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Fixture deck</dc:title>
  <dc:creator>Fixture Author</dc:creator>
  <cp:keywords/>
  <dcterms:created xsi:type="dcterms:W3CDTF">2026-07-30T10:44:49Z</dcterms:created>
  <dcterms:modified xsi:type="dcterms:W3CDTF">2026-07-30T10:44:49Z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